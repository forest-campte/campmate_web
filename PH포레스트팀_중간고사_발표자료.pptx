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67" r:id="rId3"/>
    <p:sldId id="258" r:id="rId4"/>
    <p:sldId id="290" r:id="rId5"/>
    <p:sldId id="291" r:id="rId6"/>
    <p:sldId id="292" r:id="rId7"/>
    <p:sldId id="293" r:id="rId8"/>
    <p:sldId id="283" r:id="rId9"/>
    <p:sldId id="298" r:id="rId10"/>
    <p:sldId id="285" r:id="rId11"/>
    <p:sldId id="287" r:id="rId12"/>
    <p:sldId id="288" r:id="rId13"/>
    <p:sldId id="29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2D23F-7CFD-F364-3EAF-BAFF2F236E68}" v="307" dt="2025-04-21T08:40:54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7" autoAdjust="0"/>
  </p:normalViewPr>
  <p:slideViewPr>
    <p:cSldViewPr snapToGrid="0">
      <p:cViewPr varScale="1">
        <p:scale>
          <a:sx n="68" d="100"/>
          <a:sy n="68" d="100"/>
        </p:scale>
        <p:origin x="216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B8D48A-93B4-B416-11B6-D68159CF1BF2}"/>
              </a:ext>
            </a:extLst>
          </p:cNvPr>
          <p:cNvGrpSpPr/>
          <p:nvPr userDrawn="1"/>
        </p:nvGrpSpPr>
        <p:grpSpPr>
          <a:xfrm>
            <a:off x="1" y="-40640"/>
            <a:ext cx="12191999" cy="6898642"/>
            <a:chOff x="1" y="-40640"/>
            <a:chExt cx="12191999" cy="68986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F6C4450-849D-7251-C0A4-22917EF30BBC}"/>
                </a:ext>
              </a:extLst>
            </p:cNvPr>
            <p:cNvSpPr/>
            <p:nvPr userDrawn="1"/>
          </p:nvSpPr>
          <p:spPr>
            <a:xfrm>
              <a:off x="1" y="-40640"/>
              <a:ext cx="12191999" cy="6898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9777A775-2313-6745-096D-8B5DE05F8D60}"/>
                </a:ext>
              </a:extLst>
            </p:cNvPr>
            <p:cNvSpPr/>
            <p:nvPr userDrawn="1"/>
          </p:nvSpPr>
          <p:spPr>
            <a:xfrm rot="5400000">
              <a:off x="452120" y="-452120"/>
              <a:ext cx="6858003" cy="7762241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B1CA3C8-1BED-C3CF-EAF6-97459949BD58}"/>
              </a:ext>
            </a:extLst>
          </p:cNvPr>
          <p:cNvGrpSpPr/>
          <p:nvPr userDrawn="1"/>
        </p:nvGrpSpPr>
        <p:grpSpPr>
          <a:xfrm>
            <a:off x="9404355" y="5044122"/>
            <a:ext cx="2787645" cy="1878328"/>
            <a:chOff x="9404355" y="5044122"/>
            <a:chExt cx="2787645" cy="187832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6EC4DCB-C573-C932-4A7F-6EABEC3D2D2D}"/>
                </a:ext>
              </a:extLst>
            </p:cNvPr>
            <p:cNvGrpSpPr/>
            <p:nvPr userDrawn="1"/>
          </p:nvGrpSpPr>
          <p:grpSpPr>
            <a:xfrm>
              <a:off x="10998201" y="5044122"/>
              <a:ext cx="1193799" cy="1813878"/>
              <a:chOff x="10810239" y="5003483"/>
              <a:chExt cx="1193799" cy="1813878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A08109A5-B6C2-0494-ED3F-5431FB77504C}"/>
                  </a:ext>
                </a:extLst>
              </p:cNvPr>
              <p:cNvSpPr/>
              <p:nvPr userDrawn="1"/>
            </p:nvSpPr>
            <p:spPr>
              <a:xfrm>
                <a:off x="11264899" y="5602922"/>
                <a:ext cx="284480" cy="1214439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구름 16">
                <a:extLst>
                  <a:ext uri="{FF2B5EF4-FFF2-40B4-BE49-F238E27FC236}">
                    <a16:creationId xmlns:a16="http://schemas.microsoft.com/office/drawing/2014/main" id="{26B30796-DF09-0F6C-1F86-19E05F13A8CE}"/>
                  </a:ext>
                </a:extLst>
              </p:cNvPr>
              <p:cNvSpPr/>
              <p:nvPr userDrawn="1"/>
            </p:nvSpPr>
            <p:spPr>
              <a:xfrm>
                <a:off x="10810239" y="5003483"/>
                <a:ext cx="1193799" cy="919797"/>
              </a:xfrm>
              <a:prstGeom prst="cloud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7DBC83C-D94A-A18D-8B81-EA55E4ACD8B1}"/>
                </a:ext>
              </a:extLst>
            </p:cNvPr>
            <p:cNvGrpSpPr/>
            <p:nvPr userDrawn="1"/>
          </p:nvGrpSpPr>
          <p:grpSpPr>
            <a:xfrm>
              <a:off x="10259062" y="5090160"/>
              <a:ext cx="1193799" cy="1813878"/>
              <a:chOff x="10810239" y="5003483"/>
              <a:chExt cx="1193799" cy="1813878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1FAEB68-E259-2F02-A679-5142FAD4D532}"/>
                  </a:ext>
                </a:extLst>
              </p:cNvPr>
              <p:cNvSpPr/>
              <p:nvPr userDrawn="1"/>
            </p:nvSpPr>
            <p:spPr>
              <a:xfrm>
                <a:off x="11264899" y="5602922"/>
                <a:ext cx="284480" cy="1214439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구름 14">
                <a:extLst>
                  <a:ext uri="{FF2B5EF4-FFF2-40B4-BE49-F238E27FC236}">
                    <a16:creationId xmlns:a16="http://schemas.microsoft.com/office/drawing/2014/main" id="{7C092BF7-346C-B7AC-E93E-09BD4FFB0F80}"/>
                  </a:ext>
                </a:extLst>
              </p:cNvPr>
              <p:cNvSpPr/>
              <p:nvPr userDrawn="1"/>
            </p:nvSpPr>
            <p:spPr>
              <a:xfrm>
                <a:off x="10810239" y="5003483"/>
                <a:ext cx="1193799" cy="919797"/>
              </a:xfrm>
              <a:prstGeom prst="cloud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Picture 2" descr="캠핑 텐트 - 무료 여행개 아이콘">
              <a:extLst>
                <a:ext uri="{FF2B5EF4-FFF2-40B4-BE49-F238E27FC236}">
                  <a16:creationId xmlns:a16="http://schemas.microsoft.com/office/drawing/2014/main" id="{72AF0729-B77F-B641-1804-56EED9176E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4355" y="5643561"/>
              <a:ext cx="1278889" cy="1278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1876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00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34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56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48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DA4E80-B347-B7A6-EBCA-CEBA04210591}"/>
              </a:ext>
            </a:extLst>
          </p:cNvPr>
          <p:cNvSpPr/>
          <p:nvPr userDrawn="1"/>
        </p:nvSpPr>
        <p:spPr>
          <a:xfrm>
            <a:off x="0" y="0"/>
            <a:ext cx="12191999" cy="689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06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8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76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70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86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663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E33BFF0-01DA-4058-9891-4A4C725FEAAB}"/>
              </a:ext>
            </a:extLst>
          </p:cNvPr>
          <p:cNvSpPr/>
          <p:nvPr userDrawn="1"/>
        </p:nvSpPr>
        <p:spPr>
          <a:xfrm>
            <a:off x="1" y="-40640"/>
            <a:ext cx="12191999" cy="689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0FC1D7-6D60-4325-AE7C-0A3B62B0F1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691515"/>
          </a:xfr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200" kern="1200" dirty="0">
                <a:solidFill>
                  <a:schemeClr val="accent6">
                    <a:lumMod val="50000"/>
                  </a:schemeClr>
                </a:solidFill>
                <a:latin typeface="AngsanaUPC" panose="02020603050405020304" pitchFamily="18" charset="-34"/>
                <a:ea typeface="+mj-ea"/>
                <a:cs typeface="AngsanaUPC" panose="02020603050405020304" pitchFamily="18" charset="-34"/>
              </a:defRPr>
            </a:lvl1pPr>
          </a:lstStyle>
          <a:p>
            <a:r>
              <a:rPr lang="ko-KR" altLang="en-US"/>
              <a:t>목차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C79DD19-641A-4A01-A4EA-4D6725D51E73}"/>
              </a:ext>
            </a:extLst>
          </p:cNvPr>
          <p:cNvGrpSpPr/>
          <p:nvPr userDrawn="1"/>
        </p:nvGrpSpPr>
        <p:grpSpPr>
          <a:xfrm>
            <a:off x="828038" y="1381759"/>
            <a:ext cx="8183882" cy="4166418"/>
            <a:chOff x="828038" y="1381759"/>
            <a:chExt cx="8183882" cy="416641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582358D-5DD5-40A7-AE3A-D91D0F2155A9}"/>
                </a:ext>
              </a:extLst>
            </p:cNvPr>
            <p:cNvGrpSpPr/>
            <p:nvPr userDrawn="1"/>
          </p:nvGrpSpPr>
          <p:grpSpPr>
            <a:xfrm>
              <a:off x="838200" y="1381759"/>
              <a:ext cx="8173720" cy="513083"/>
              <a:chOff x="838200" y="1381759"/>
              <a:chExt cx="8173720" cy="513083"/>
            </a:xfrm>
          </p:grpSpPr>
          <p:sp>
            <p:nvSpPr>
              <p:cNvPr id="9" name="이등변 삼각형 8">
                <a:extLst>
                  <a:ext uri="{FF2B5EF4-FFF2-40B4-BE49-F238E27FC236}">
                    <a16:creationId xmlns:a16="http://schemas.microsoft.com/office/drawing/2014/main" id="{2239DCEA-C506-46B3-87BE-D42EA33A7EC3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BA700-1DA9-408B-83D4-6CE93FC6B669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작품명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8D7F2BD-202E-4C17-857C-0F03534F894C}"/>
                </a:ext>
              </a:extLst>
            </p:cNvPr>
            <p:cNvGrpSpPr/>
            <p:nvPr userDrawn="1"/>
          </p:nvGrpSpPr>
          <p:grpSpPr>
            <a:xfrm>
              <a:off x="838200" y="2132058"/>
              <a:ext cx="8173720" cy="513083"/>
              <a:chOff x="838200" y="1381759"/>
              <a:chExt cx="8173720" cy="513083"/>
            </a:xfrm>
          </p:grpSpPr>
          <p:sp>
            <p:nvSpPr>
              <p:cNvPr id="23" name="이등변 삼각형 22">
                <a:extLst>
                  <a:ext uri="{FF2B5EF4-FFF2-40B4-BE49-F238E27FC236}">
                    <a16:creationId xmlns:a16="http://schemas.microsoft.com/office/drawing/2014/main" id="{A891603E-B9D4-448E-A927-94B12DB69154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A2C4E-3757-4FA4-B05D-E38DC3826F16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작품개요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59A9343-FFC2-4B4A-9463-2072580398BB}"/>
                </a:ext>
              </a:extLst>
            </p:cNvPr>
            <p:cNvGrpSpPr/>
            <p:nvPr userDrawn="1"/>
          </p:nvGrpSpPr>
          <p:grpSpPr>
            <a:xfrm>
              <a:off x="838200" y="2812556"/>
              <a:ext cx="8173720" cy="513083"/>
              <a:chOff x="838200" y="1381759"/>
              <a:chExt cx="8173720" cy="513083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8AC6085C-6DF2-42AA-A052-630C249114D2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4730EB-1026-42EB-AF09-2920AE0F4644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시스템 구조도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061C074-D130-42D1-A9B0-6E458A6C5774}"/>
                </a:ext>
              </a:extLst>
            </p:cNvPr>
            <p:cNvGrpSpPr/>
            <p:nvPr userDrawn="1"/>
          </p:nvGrpSpPr>
          <p:grpSpPr>
            <a:xfrm>
              <a:off x="838200" y="3532362"/>
              <a:ext cx="8173720" cy="513083"/>
              <a:chOff x="838200" y="1381759"/>
              <a:chExt cx="8173720" cy="513083"/>
            </a:xfrm>
          </p:grpSpPr>
          <p:sp>
            <p:nvSpPr>
              <p:cNvPr id="29" name="이등변 삼각형 28">
                <a:extLst>
                  <a:ext uri="{FF2B5EF4-FFF2-40B4-BE49-F238E27FC236}">
                    <a16:creationId xmlns:a16="http://schemas.microsoft.com/office/drawing/2014/main" id="{6142D61C-B228-45B2-854F-1A79FB8143AC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3C3DA9-55D6-435A-8CFA-4BD05D888DA8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핵심 기술</a:t>
                </a:r>
                <a:r>
                  <a:rPr lang="en-US" altLang="ko-KR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(</a:t>
                </a:r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주요기능</a:t>
                </a:r>
                <a:r>
                  <a:rPr lang="en-US" altLang="ko-KR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)</a:t>
                </a:r>
                <a:endParaRPr lang="ko-KR" altLang="en-US" sz="140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3037D6E-C05C-499A-84F4-E35973062AAC}"/>
                </a:ext>
              </a:extLst>
            </p:cNvPr>
            <p:cNvGrpSpPr/>
            <p:nvPr userDrawn="1"/>
          </p:nvGrpSpPr>
          <p:grpSpPr>
            <a:xfrm>
              <a:off x="828038" y="4281163"/>
              <a:ext cx="8173720" cy="513083"/>
              <a:chOff x="838200" y="1381759"/>
              <a:chExt cx="8173720" cy="513083"/>
            </a:xfrm>
          </p:grpSpPr>
          <p:sp>
            <p:nvSpPr>
              <p:cNvPr id="32" name="이등변 삼각형 31">
                <a:extLst>
                  <a:ext uri="{FF2B5EF4-FFF2-40B4-BE49-F238E27FC236}">
                    <a16:creationId xmlns:a16="http://schemas.microsoft.com/office/drawing/2014/main" id="{9F2197D5-17DB-4185-ABC2-61B2C05696B6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E0A0E63-B487-44F6-A4EB-22621BA2E7E2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개발환경 및 필요 도구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F2114EC8-4A29-4F81-8A72-E899B4252AB7}"/>
                </a:ext>
              </a:extLst>
            </p:cNvPr>
            <p:cNvGrpSpPr/>
            <p:nvPr userDrawn="1"/>
          </p:nvGrpSpPr>
          <p:grpSpPr>
            <a:xfrm>
              <a:off x="838200" y="5035094"/>
              <a:ext cx="8173720" cy="513083"/>
              <a:chOff x="838200" y="1381759"/>
              <a:chExt cx="8173720" cy="513083"/>
            </a:xfrm>
          </p:grpSpPr>
          <p:sp>
            <p:nvSpPr>
              <p:cNvPr id="35" name="이등변 삼각형 34">
                <a:extLst>
                  <a:ext uri="{FF2B5EF4-FFF2-40B4-BE49-F238E27FC236}">
                    <a16:creationId xmlns:a16="http://schemas.microsoft.com/office/drawing/2014/main" id="{6C691503-AC2C-4C1E-95A4-E4BF3168C5E1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C20C9F7-07A8-41FF-AA07-6B9A1D6A5D2D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기존 유사 작품 분석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589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17AE9-E4FB-44F4-A64C-6067D18C26E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04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5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1A5E6-BD0B-4817-841F-80B6689C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포레스트팀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b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프로젝트 진행 현황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49554A-B39E-4257-8D99-33814E04C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364669" cy="15001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웹응용소프트웨어학과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PH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반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팀원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박상돈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곽경민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최대환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이채현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7F7450-7A0F-D431-8284-81D478949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699" y="3136106"/>
            <a:ext cx="1151770" cy="1151770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34709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EEB1-C61B-5823-67E0-AA48CFBA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EC041-5610-C238-F2D5-D5381E08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635" y="874880"/>
            <a:ext cx="2124075" cy="1325563"/>
          </a:xfrm>
        </p:spPr>
        <p:txBody>
          <a:bodyPr>
            <a:normAutofit/>
          </a:bodyPr>
          <a:lstStyle/>
          <a:p>
            <a:r>
              <a:rPr lang="ko-KR" altLang="en-US" sz="6000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목차</a:t>
            </a:r>
            <a:endParaRPr lang="ko-KR" altLang="en-US" sz="3600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DAA7C-85AF-80AD-66AC-C94BF3595959}"/>
              </a:ext>
            </a:extLst>
          </p:cNvPr>
          <p:cNvSpPr txBox="1"/>
          <p:nvPr/>
        </p:nvSpPr>
        <p:spPr>
          <a:xfrm>
            <a:off x="4620490" y="982176"/>
            <a:ext cx="490537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FontTx/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FontTx/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작품 개요 개발 동기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FontTx/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 개발 진행 현황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APP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개발 진행 현황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추후 진행 목표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52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C3F83-DBEB-48F9-B2AE-383B4A4B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작품 개요 및 개발 동기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 [</a:t>
            </a:r>
            <a:r>
              <a:rPr lang="en-US" altLang="ko-KR" b="1" dirty="0" err="1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0D2EC-ED11-4438-8EF7-2B600287A650}"/>
              </a:ext>
            </a:extLst>
          </p:cNvPr>
          <p:cNvSpPr txBox="1"/>
          <p:nvPr/>
        </p:nvSpPr>
        <p:spPr>
          <a:xfrm>
            <a:off x="838200" y="1872219"/>
            <a:ext cx="9608721" cy="347030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●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캠핑의 전 과정을 ‘친구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(Mate)’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처럼 도와주는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올인원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캠핑 어시스턴트 앱</a:t>
            </a:r>
            <a:endParaRPr lang="en-US" altLang="ko-KR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 장비 체크리스트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정보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커뮤니티 등의 기능을 제공하여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캠핑의 모든 과정을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‘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친구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(Mate)’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처럼 도와주는 앱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기본적으로 캠핑 예약 페이지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커뮤니티 기능을 제공하며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타 앱과 다르게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장비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체크리스트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정보 등을 제공하여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캠핑을 더욱 편리하게 준비하고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관리할 수 있도록 돕는 앱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●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진행에 있어 체크리스트 및 날씨 정보의 필요성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준비의 번거로움 해소</a:t>
            </a:r>
            <a:endParaRPr lang="en-US" altLang="ko-KR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기존 방식은 종이 체크리스트나 메모 앱 등을 오가며 준비물을 관리하는 불편함이 존재합니다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정보는 캠핑 진행에 있어 가장 중요한 부분으로 기상 변화 대처에 있어서 반드시 필요한 정보입니다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시중에는 캠핑장 예약 어플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어플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메모 어플이 각각 존재하지만 각 서비스 간 이동과 데이터 관리에 불편함이 있어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파편화된 기능들에 대한 통합 필요성을 느껴 </a:t>
            </a:r>
            <a:r>
              <a:rPr lang="en-US" altLang="ko-K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앱 기획을 목표하게 되었습니다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441982-7B9E-281E-355F-5EC093C2C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58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5505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0DD08-ADB0-0254-805F-57ED57AF4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2BE7B-51EB-18F4-8C69-02869F358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진행 현황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DDDA70-26FF-03E3-CB93-A66735175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DAEF0D3-9B58-C6AE-F26C-AC0835DDDDCA}"/>
              </a:ext>
            </a:extLst>
          </p:cNvPr>
          <p:cNvSpPr/>
          <p:nvPr/>
        </p:nvSpPr>
        <p:spPr>
          <a:xfrm>
            <a:off x="1018572" y="1506022"/>
            <a:ext cx="3206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미 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484C36-342E-001D-9B96-92F96F88C298}"/>
              </a:ext>
            </a:extLst>
          </p:cNvPr>
          <p:cNvSpPr/>
          <p:nvPr/>
        </p:nvSpPr>
        <p:spPr>
          <a:xfrm>
            <a:off x="7177044" y="1875354"/>
            <a:ext cx="508664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등록을 통하여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DB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 저장된 아이디와 패스워드 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입력 후 로그인 버튼 클릭 시 로그인이 수행됩니다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등록 버튼 클릭 시 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등록 페이지로 이동합니다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2ACF94-9F88-FF13-BCF1-A14D0ABD1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01" y="1885685"/>
            <a:ext cx="6908905" cy="3600715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9175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9FC1-9B6E-EE8F-75B9-AEFED0B6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72C24-4E0B-6E6E-2AAA-09CA862B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진행 현황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79A39A-BD58-CBEB-A317-6598E01B0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9777F9F-B52D-86A0-6615-57EC7965D737}"/>
              </a:ext>
            </a:extLst>
          </p:cNvPr>
          <p:cNvSpPr/>
          <p:nvPr/>
        </p:nvSpPr>
        <p:spPr>
          <a:xfrm>
            <a:off x="1018572" y="1506022"/>
            <a:ext cx="3688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가입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미 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671D1F-B10A-D160-EB42-C3FB7F9AE911}"/>
              </a:ext>
            </a:extLst>
          </p:cNvPr>
          <p:cNvSpPr/>
          <p:nvPr/>
        </p:nvSpPr>
        <p:spPr>
          <a:xfrm>
            <a:off x="6641335" y="2438772"/>
            <a:ext cx="557075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사용자에게 표시될 대표 이미지 및 정보 입력 후 가입하기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버튼 클릭 시 관리자 등록이 완료되며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DB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 관리자 정보 저장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DE4CD7-C02E-5A43-E445-257FF802D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13" y="1875354"/>
            <a:ext cx="6463022" cy="3390113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3938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6DA8-A709-AACF-9556-A552C0E4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DA55D-3B86-8F39-88CB-B635F8494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진행 현황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544B2F-E24D-27C3-5694-C16FA29AE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014FFC4-AB8F-3F62-E9FA-E09E60AD1281}"/>
              </a:ext>
            </a:extLst>
          </p:cNvPr>
          <p:cNvSpPr/>
          <p:nvPr/>
        </p:nvSpPr>
        <p:spPr>
          <a:xfrm>
            <a:off x="1018572" y="1506022"/>
            <a:ext cx="3206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 관리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55587A-BDF2-E819-9C2D-FDD69A636E99}"/>
              </a:ext>
            </a:extLst>
          </p:cNvPr>
          <p:cNvSpPr/>
          <p:nvPr/>
        </p:nvSpPr>
        <p:spPr>
          <a:xfrm>
            <a:off x="6574740" y="1938860"/>
            <a:ext cx="5460149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시 페이지 상단 헤더에 캠핑장 이름이 표시되며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예약관리 페이지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관리 페이지 버튼을 클릭하여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페이지간 이동이 가능합니다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예약관리 페이지는 관리자의 캠핑장에 예약된 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모든 정보를 표시합니다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 상태에 따라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[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예약됨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취소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완료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 표시되며 예약들을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드롭다운 박스로 선택해 필터링 하여 확인이 가능합니다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12E581-A8C9-F420-FE03-CFD6B73F0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5" t="7791" r="14692" b="21445"/>
          <a:stretch>
            <a:fillRect/>
          </a:stretch>
        </p:blipFill>
        <p:spPr>
          <a:xfrm>
            <a:off x="267286" y="2269858"/>
            <a:ext cx="5460150" cy="308212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316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2499-F198-9DA0-304D-670FEF2D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63908-B81E-543B-3D9A-3B17061D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진행 현황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58E211-0692-EA90-21D2-189519C61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EB8DB8B-857B-19A9-1FAC-36B6351CE729}"/>
              </a:ext>
            </a:extLst>
          </p:cNvPr>
          <p:cNvSpPr/>
          <p:nvPr/>
        </p:nvSpPr>
        <p:spPr>
          <a:xfrm>
            <a:off x="1018572" y="1506022"/>
            <a:ext cx="3358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관리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E062B5-5CFE-715C-38DB-0FDE5EEE13CC}"/>
              </a:ext>
            </a:extLst>
          </p:cNvPr>
          <p:cNvSpPr/>
          <p:nvPr/>
        </p:nvSpPr>
        <p:spPr>
          <a:xfrm>
            <a:off x="6532536" y="2723951"/>
            <a:ext cx="5341527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관리 페이지에서는 관리자가 운영중인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표시되며 등록된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정보 확인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수정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삭제할 수 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추가 등록이 필요할 시에는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추가 버튼을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클릭하여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모달창을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띄워 추가 등록 기능을 수행할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수있습니다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D9E70B-9C92-E65D-2021-B5C7C76A5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0511"/>
            <a:ext cx="5594313" cy="191675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81CEE6-17C2-CEA7-84D1-BB44CA773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22425"/>
            <a:ext cx="2819613" cy="268029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12" name="그림 11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1B487E-89E2-F36D-1ABD-59E8F91FDB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4" r="18357"/>
          <a:stretch>
            <a:fillRect/>
          </a:stretch>
        </p:blipFill>
        <p:spPr>
          <a:xfrm>
            <a:off x="4163559" y="3922424"/>
            <a:ext cx="2268954" cy="268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3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APP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개발 진행 현황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526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481456"/>
            <a:ext cx="1301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화면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ACBDBC-0A1A-7A06-DE52-2A8C773B0FE5}"/>
              </a:ext>
            </a:extLst>
          </p:cNvPr>
          <p:cNvSpPr/>
          <p:nvPr/>
        </p:nvSpPr>
        <p:spPr>
          <a:xfrm>
            <a:off x="6086779" y="2222339"/>
            <a:ext cx="489749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 가입을 통하여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DB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 저장된 아이디와 패스워드 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입력 후 로그인 버튼 클릭 시 로그인이 수행됩니다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회원가입 버튼 클릭 시 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회원가입 페이지로 이동합니다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952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E901-063F-7D1F-B3BA-39D4F033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FCB71-B813-11C3-F7BB-685DD09A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APP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개발 진행 현황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95683D-171A-4200-805E-7B1F8C763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804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37E8A1B-5A17-D0C8-C32A-3D684548A25A}"/>
              </a:ext>
            </a:extLst>
          </p:cNvPr>
          <p:cNvSpPr/>
          <p:nvPr/>
        </p:nvSpPr>
        <p:spPr>
          <a:xfrm>
            <a:off x="1018572" y="1481456"/>
            <a:ext cx="3409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 가입 및 사용자 별 맞춤 선택 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D9472D-B553-E696-F58C-E30ED79D7EDC}"/>
              </a:ext>
            </a:extLst>
          </p:cNvPr>
          <p:cNvSpPr/>
          <p:nvPr/>
        </p:nvSpPr>
        <p:spPr>
          <a:xfrm>
            <a:off x="6086779" y="2222339"/>
            <a:ext cx="51940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 가입 시 고객의 정보와 맞춤 캠핑 내용을 선택 후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가입 버튼 클릭 시 회원가입이 수행되며 입력한 정보들이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DB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서버에 저장됩니다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4659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APP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진행 현황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99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87181"/>
            <a:ext cx="2597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홈 화면 및 캠핑 예약 화면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A29D5E-6182-F7EA-D779-D035640866DD}"/>
              </a:ext>
            </a:extLst>
          </p:cNvPr>
          <p:cNvSpPr/>
          <p:nvPr/>
        </p:nvSpPr>
        <p:spPr>
          <a:xfrm>
            <a:off x="6086780" y="2222339"/>
            <a:ext cx="58285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HomeScreen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화면에서 특정 캠핑장 클릭 시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해당 캠핑장의 예약 화면으로 전달하며 이동하는 기능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7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APP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진행 현황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93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87181"/>
            <a:ext cx="1301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페이지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E324F2-06AC-4A40-928C-069F64E042A0}"/>
              </a:ext>
            </a:extLst>
          </p:cNvPr>
          <p:cNvSpPr/>
          <p:nvPr/>
        </p:nvSpPr>
        <p:spPr>
          <a:xfrm>
            <a:off x="5598942" y="2197873"/>
            <a:ext cx="483890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OPENWEATHER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를 사용하여 현 위치 날씨를 확인가능한 상태이며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추후 캠핑장 예약과 연동하여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예약 날짜의 날씨를 출력할 수 있도록 수정할 예정입니다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446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APP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개발 진행 현황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58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87181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 별 체크리스트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BE540F-83F6-4FFB-83E1-A48DC94B8633}"/>
              </a:ext>
            </a:extLst>
          </p:cNvPr>
          <p:cNvSpPr/>
          <p:nvPr/>
        </p:nvSpPr>
        <p:spPr>
          <a:xfrm>
            <a:off x="5686240" y="2222339"/>
            <a:ext cx="657103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상시로 우측 하단에 체크리스트 버튼을 위치하여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언제든 체크리스트를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확인할 수 있도록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해두었으며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사용자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프리셋을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통하여 장비를 추가하거나</a:t>
            </a:r>
            <a:b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직접 준비물을 입력하여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DB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서버에 저장되도록 설계되었습니다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213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46F5-550B-966C-EF9A-8C81DDCE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FE748-2E02-5B65-E5B3-6594FC9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D2EF70-7AA6-6E24-D3B2-E64C51950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F285AD2-3A56-1DF5-F58D-C666A40F4A20}"/>
              </a:ext>
            </a:extLst>
          </p:cNvPr>
          <p:cNvSpPr/>
          <p:nvPr/>
        </p:nvSpPr>
        <p:spPr>
          <a:xfrm>
            <a:off x="1018572" y="1587181"/>
            <a:ext cx="1784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마이 페이지 기능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7DA4E8-4AA4-ADDC-35D9-9BE071B5A2B7}"/>
              </a:ext>
            </a:extLst>
          </p:cNvPr>
          <p:cNvSpPr/>
          <p:nvPr/>
        </p:nvSpPr>
        <p:spPr>
          <a:xfrm>
            <a:off x="5830639" y="1956513"/>
            <a:ext cx="5694829" cy="10669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예약내역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사용자가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했던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캠핑장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목록과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일정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확인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개인정보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이메일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사용자별 테마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등 내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정보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확인 및 수정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알림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날씨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등 앱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알림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확인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로그아웃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계정에서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안전하게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로그아웃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  <p:extLst>
      <p:ext uri="{BB962C8B-B14F-4D97-AF65-F5344CB8AC3E}">
        <p14:creationId xmlns:p14="http://schemas.microsoft.com/office/powerpoint/2010/main" val="1493695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5035</TotalTime>
  <Words>571</Words>
  <Application>Microsoft Office PowerPoint</Application>
  <PresentationFormat>와이드스크린</PresentationFormat>
  <Paragraphs>72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Arimo Bold</vt:lpstr>
      <vt:lpstr>Microsoft GothicNeo</vt:lpstr>
      <vt:lpstr>AngsanaUPC</vt:lpstr>
      <vt:lpstr>Arial</vt:lpstr>
      <vt:lpstr>Arial Black</vt:lpstr>
      <vt:lpstr>Calibri</vt:lpstr>
      <vt:lpstr>Calibri Light</vt:lpstr>
      <vt:lpstr>Office 2013 - 2022 테마</vt:lpstr>
      <vt:lpstr>포레스트팀  프로젝트 진행 현황</vt:lpstr>
      <vt:lpstr>목차</vt:lpstr>
      <vt:lpstr>작품 개요 및 개발 동기  [CampMate]</vt:lpstr>
      <vt:lpstr>관리자 페이지 진행 현황 </vt:lpstr>
      <vt:lpstr>관리자 페이지 진행 현황 </vt:lpstr>
      <vt:lpstr>관리자 페이지 진행 현황 </vt:lpstr>
      <vt:lpstr>관리자 페이지 진행 현황 </vt:lpstr>
      <vt:lpstr>Campmate APP 개발 진행 현황</vt:lpstr>
      <vt:lpstr>Campmate APP 개발 진행 현황</vt:lpstr>
      <vt:lpstr>Campmate APP 진행 현황</vt:lpstr>
      <vt:lpstr>Campmate APP 진행 현황 </vt:lpstr>
      <vt:lpstr>Campmate APP 개발 진행 현황</vt:lpstr>
      <vt:lpstr>APP 인터페이스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박상돈</cp:lastModifiedBy>
  <cp:revision>308</cp:revision>
  <dcterms:created xsi:type="dcterms:W3CDTF">2025-03-30T10:47:56Z</dcterms:created>
  <dcterms:modified xsi:type="dcterms:W3CDTF">2025-10-29T15:01:30Z</dcterms:modified>
</cp:coreProperties>
</file>